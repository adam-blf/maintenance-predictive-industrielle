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efr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548640"/>
            <a:ext cx="2559467" cy="12801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2377440"/>
            <a:ext cx="11274552" cy="14630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Système Intelligent Multi-Modèles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Maintenance Prédictive Industrielle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D47A1"/>
                </a:solidFill>
                <a:latin typeface="Calibri"/>
              </a:rPr>
              <a:t>Projet Data Science · M1 Mastère Data Engineering &amp;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Bloc 2 · BC2 RNCP40875 · Année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47A1"/>
                </a:solidFill>
                <a:latin typeface="Calibri"/>
              </a:rPr>
              <a:t>Adam BELOUCIF  ·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E6E6E"/>
                </a:solidFill>
                <a:latin typeface="Calibri"/>
              </a:rPr>
              <a:t>EFREI Paris Panthéon-Assas Université  ·  www.efrei.fr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Contexte métier et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→  Capteurs IoT industriels génèrent en continu vibration / température / pression / RPM.
→  Une panne non anticipée provoque arrêt non planifié, coût correctif et perte de production.
→  Cible retenue : classification binaire `failure_within_24h` (panne dans 24h).
→  Tâches bonus : multi-classe `failure_type` + régression `rul_hours`.
→  Objectif : transformer le signal capteur en alerte exploitable → décision proactive.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2. Architecture du système</a:t>
            </a:r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8063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Architecture médaillon Bronze / Silver / Gold · pipeline reproductible · API +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3. Méthodologie · 4 modèles comparés</a:t>
            </a:r>
          </a:p>
        </p:txBody>
      </p:sp>
      <p:pic>
        <p:nvPicPr>
          <p:cNvPr id="4" name="Picture 3" descr="diagram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560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Logistic Regression · baseline interprétable  ·  Random Forest · ensemble d'arbres, capture les non-linéarités  ·  XGBoost · gradient boosting, état de l'art tabulaire  ·  MLP 64-32-16 · Deep Learning (early stopping, alpha = 1e-3)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4. Résultats · comparaison des 4 modèles</a:t>
            </a:r>
          </a:p>
        </p:txBody>
      </p:sp>
      <p:pic>
        <p:nvPicPr>
          <p:cNvPr id="4" name="Picture 3" descr="metrics_comparison_ba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0810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D47A1"/>
                </a:solidFill>
                <a:latin typeface="Calibri"/>
              </a:rPr>
              <a:t>Modèle candidat retenu : random_forest (compromis F1 / stabilité CV / interprétabilité)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5. ROC + Precision-Recall</a:t>
            </a:r>
          </a:p>
        </p:txBody>
      </p:sp>
      <p:pic>
        <p:nvPicPr>
          <p:cNvPr id="4" name="Picture 3" descr="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852160" cy="4365662"/>
          </a:xfrm>
          <a:prstGeom prst="rect">
            <a:avLst/>
          </a:prstGeom>
        </p:spPr>
      </p:pic>
      <p:pic>
        <p:nvPicPr>
          <p:cNvPr id="5" name="Picture 4" descr="pr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852160" cy="43557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6. Interprétabilité · SHAP</a:t>
            </a:r>
          </a:p>
        </p:txBody>
      </p:sp>
      <p:pic>
        <p:nvPicPr>
          <p:cNvPr id="4" name="Picture 3" descr="shap_summary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4807637"/>
          </a:xfrm>
          <a:prstGeom prst="rect">
            <a:avLst/>
          </a:prstGeom>
        </p:spPr>
      </p:pic>
      <p:pic>
        <p:nvPicPr>
          <p:cNvPr id="5" name="Picture 4" descr="shap_bar_random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371600"/>
            <a:ext cx="4846320" cy="35992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Vibration_rms · Temperature_motor · Maintenance_age_days = top 3 variables explicatives.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7. Industrialisation · Dashboard +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→  Dashboard Streamlit · 5 onglets, CSS personnalisé charte EFREI
→  API REST FastAPI · /predict, /health, /model-info (Pydantic v2)
→  Architecture front -&gt; API -&gt; modèle (joblib) reproduisant un environnement de production
→  Container Docker + docker-compose pour reproductibilité (`docker compose up`)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8. Écoresponsabilité (RNCP C4.3)</a:t>
            </a:r>
          </a:p>
        </p:txBody>
      </p:sp>
      <p:pic>
        <p:nvPicPr>
          <p:cNvPr id="4" name="Picture 3" descr="compute_co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4677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Empreinte CO2 mesurée via CodeCarbon · mix énergétique France ~80 gCO2/kWh.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9. Conclusion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→  MVP complet · pipeline + 4 modèles + dashboard + API + rapport
→  Tâches bonus livrées · multi-classe failure_type + régression RUL
→  Hyperparameter tuning Optuna + threshold métier optimisé (FN/FP)
→  Limites : drift temporel non géré, événements rares sous-représentés
→  Suite : monitoring drift, RNN / LSTM temporel, intégration GMAO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efr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640080"/>
            <a:ext cx="2193829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56032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Questions &amp; démonstration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Adam BELOUCIF · Emilien MORICE  ·  EFREI Paris Panthéon-Assas Université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